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Bonding by Design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7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Helping parents disconnect — together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931920" y="3154680"/>
            <a:ext cx="1280160" cy="365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presentation ·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started by listening.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 Research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Explored existing literature on screen time, parental behavior, and digital habits.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2560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Interviews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2971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Spoke with parents to understand motivations, self-assessed habits, and prior attempts to reduce phone use.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Mapping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Synthesized why parents scroll, how they evaluate their own habits, and which strategies they've already tried.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learned.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292608" cy="29260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" y="1737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Behavioral change needs positive reinforcement — not restrictions or hard rules.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92608" cy="29260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23317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Effective parent strategies are either activity-based or rule-based.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292608" cy="29260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926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Stress and low energy drive relapse. The app must be frictionless.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292608" cy="29260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3520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Education alone isn't enough — parents know, but still struggle.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292608" cy="29260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41148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Gamification works: streaks, social sharing, and a sense of completion drive engagement.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gamified app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bonding activities.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C7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Parents complete meaningful offline activities with their children and document them inside a shared challenge system — driven by positive reinforcement, not restrictions.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around four pillars.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023360" cy="12344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54864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Activity Pool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Tailored by age, season, and weather. AI-suggested or curated by partners.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1920240"/>
            <a:ext cx="4023360" cy="12344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920240"/>
            <a:ext cx="54864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0391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Sessions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26791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challenges managed by KITAs, communities, or group admins.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4023360" cy="12344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4864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Social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965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results, see friends' progress, and collaborate on challenges.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3337560"/>
            <a:ext cx="4023360" cy="123444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337560"/>
            <a:ext cx="54864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456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0965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Points, coupons, and partner benefits. Positive feedback loop.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MECHANIC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Activity Photo Collage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 activities. Document memories. Fill the collage.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activity completed gets documented with a photo, filling a shared collage — a tangible artifact that captures memories. Completion feels natural and rewarding, like filling a photo album.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4389120" cy="6400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↗  Motivation: memory-making &amp; aesthetics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664208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95544" y="1901952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25896" y="1664208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901952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93992" y="1664208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31736" y="1901952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088" y="1664208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2432304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95544" y="2670048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896" y="2432304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670048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2432304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2432304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9832" y="2670048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3200400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3438144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3200400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438144"/>
            <a:ext cx="237744" cy="237744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3992" y="3200400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3200400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3968496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5896" y="3968496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3968496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2088" y="3968496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MECHANIC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Board Game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Advance your piece by doing real things.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43891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turn: receive an activity → do it offline → snap a photo → move forward. The board is shared with other families, so progress is visible and competitive. Boards reset each season for a fresh chapter.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4389120" cy="64008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↗  Motivation: social dynamics, progress &amp; competition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3968496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5896" y="3968496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93992" y="3968496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62088" y="3968496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62088" y="3200400"/>
            <a:ext cx="676656" cy="676656"/>
          </a:xfrm>
          <a:prstGeom prst="rect">
            <a:avLst/>
          </a:prstGeom>
          <a:solidFill>
            <a:srgbClr val="D1E4FF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93992" y="3200400"/>
            <a:ext cx="676656" cy="676656"/>
          </a:xfrm>
          <a:prstGeom prst="rect">
            <a:avLst/>
          </a:prstGeom>
          <a:solidFill>
            <a:srgbClr val="0071E3"/>
          </a:solidFill>
          <a:ln w="6350">
            <a:solidFill>
              <a:srgbClr val="A3C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6872" y="3364992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5896" y="3200400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3200400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432304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2432304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2432304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2432304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2088" y="1664208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93992" y="1664208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5896" y="1664208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1664208"/>
            <a:ext cx="676656" cy="676656"/>
          </a:xfrm>
          <a:prstGeom prst="rect">
            <a:avLst/>
          </a:prstGeom>
          <a:solidFill>
            <a:srgbClr val="F0F0F2"/>
          </a:solidFill>
          <a:ln w="6350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1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We'd love your input.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828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space &amp; insights — anything to add or challenge?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32257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 — does the core concept resonate?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81635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Collage vs. Board Game — which direction, or should we pursue both?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framework — Webapp (mobile-first), iOS, or React Native?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38039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Rewards &amp; partnerships — existing relationships we can leverage?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256032" cy="25603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2976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scope &amp; timeline — what does success look like?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2026-05-21T10:13:47Z</dcterms:created>
  <dcterms:modified xsi:type="dcterms:W3CDTF">2026-05-21T10:13:47Z</dcterms:modified>
</cp:coreProperties>
</file>